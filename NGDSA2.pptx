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1D74-9FA0-6348-B51D-5C64A62A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D1500-06C7-0B1D-1CAD-B87D34BF1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AE3C3-B54A-5BA9-CB36-8A93A607A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14F73-CFBD-5629-5855-8D687565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BD5F-D316-FA60-32B4-0D48A9EB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92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77DC-BC42-EF3D-D26F-19AFD0F7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B38B-4A14-8288-E56B-9540110E6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6A966-E3C7-6CD9-26AA-15744154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C823A-D420-C323-78A2-F5FBCFE3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8697D-D7A2-6A4C-7B43-B10C4B46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82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AB38-2071-38DE-6B08-59C5255F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495D4-D399-7EFC-30A1-B9BBF4017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99CDC-281F-F720-3BC4-40BBFCB5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182E8-AADC-C945-082F-21570C38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FDF6F-E962-279B-B02B-10D7559C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448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ADD4F-14C3-A776-12E3-3350C72D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288A-8102-536B-596C-12BB62006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BE042-4F5D-766D-91D9-604951C00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0EA6C-1B8C-90B5-0ABC-C3C67C2F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A3C5E-EF64-9BB1-C6A5-171FDC3B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9686B-E4AD-CD93-BE31-50CF3E45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329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A097-8BED-2F42-CBE0-710DED2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DD546-14D5-174A-69A0-5259876DE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353AA-8FA0-A876-A2A0-72B2CB8EC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D6160-130F-5245-59B6-209DD5FAF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B57F8-F96E-8A29-0BA4-ED830F649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A26C3-5DE8-44C7-F73B-7B5734B2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46CAA8-DE2D-6CC3-6308-2DC21662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0E11D-C42D-D1A8-1668-0E5F95E5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875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6997-BB18-9EAE-AD23-73938D2D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83181-5CE5-2BF3-40A8-A35BA492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228EC-3B4F-333C-6E7B-D2E4F4C2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BBFAF-36C4-6523-5E2C-946978E7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187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01055-807F-F83D-32D3-79A37188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4E654-F2D2-2FE0-6461-6EF7FFD4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2E200-0A53-B327-5D9F-26E6CB5F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132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248D-ED3C-BECA-4D64-562FC66B1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38DB5-271E-7E7A-6F95-18A487AFA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4CEE-EA4F-A3F6-7269-0B3D1A255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B051C-656D-F640-68A6-626A79DA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DA18B-851C-5B6A-826B-CD841E53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FB656-D5C2-67C6-9179-48800639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8365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F2DE-18DB-00D5-532E-B7DBA7B2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923BA-C6AA-5F89-662B-45B831064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3DA90-CE35-E92B-F894-32D105A0C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4E039-5F45-55F7-5BDC-1BAD395D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4B6A6-C10D-FDDC-D896-32A7777C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43DF5-BF97-918B-F821-B319FFCA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772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6DAD-9188-F128-FCE8-BA5DC876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F25F9-FA3C-6093-E86E-F8940D534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831D8-C27F-F51F-3B46-EF0C7224F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512E0-75F5-DBF4-D928-AF10D63C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295E-8349-BBA2-C500-2F9217B4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77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2AC2E-4BBE-2714-02EA-4EDC2BBE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C3701-AFEF-229E-D146-B102F99E5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29612-76D4-6366-34AF-572EA6C9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C319E-635D-ABB7-8004-14FD2162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E742-E3FB-F653-22C4-8AFA40E3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725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1977D-9864-3065-0518-A87635CC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3E811-51D8-2A27-AE55-1E87D2108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7BD7-688D-51AB-EFCF-CB88AFF81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F4B29-5D53-4203-A826-F4A373B0FE72}" type="datetimeFigureOut">
              <a:rPr lang="en-SG" smtClean="0"/>
              <a:t>29/3/2026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31D4-5E60-10B3-F09A-1C50F253D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9698F-4FE2-24B5-1D23-55F7F87D9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6D23D-58FF-4D37-86EA-8F98D63C1F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52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17B4-7D7A-9EF9-E503-A8B9B5C8A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79F35-A830-D507-BCE0-7A0D64D33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178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Joel Elmo Tan</dc:creator>
  <cp:lastModifiedBy>Benjamin Joel Elmo Tan</cp:lastModifiedBy>
  <cp:revision>1</cp:revision>
  <dcterms:created xsi:type="dcterms:W3CDTF">2026-03-29T12:10:35Z</dcterms:created>
  <dcterms:modified xsi:type="dcterms:W3CDTF">2026-03-29T12:10:35Z</dcterms:modified>
</cp:coreProperties>
</file>